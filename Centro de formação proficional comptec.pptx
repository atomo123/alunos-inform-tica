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
  </p:notesMasterIdLst>
  <p:sldIdLst>
    <p:sldId id="256" r:id="rId2"/>
    <p:sldId id="257" r:id="rId3"/>
    <p:sldId id="258" r:id="rId4"/>
    <p:sldId id="259" r:id="rId5"/>
  </p:sldIdLst>
  <p:sldSz cx="9144000" cy="6858000" type="screen4x3"/>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A7CFF3-D342-4660-B7FA-2ADA3A167BB9}" type="datetimeFigureOut">
              <a:rPr lang="pt-PT" smtClean="0"/>
              <a:t>11-03-2021</a:t>
            </a:fld>
            <a:endParaRPr lang="pt-PT"/>
          </a:p>
        </p:txBody>
      </p:sp>
      <p:sp>
        <p:nvSpPr>
          <p:cNvPr id="4" name="Marcador de Posição da Imagem do Diapositivo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pt-PT"/>
          </a:p>
        </p:txBody>
      </p:sp>
      <p:sp>
        <p:nvSpPr>
          <p:cNvPr id="6" name="Marcador de Posição do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048D6-2426-4F66-AE06-93F54678FE7A}" type="slidenum">
              <a:rPr lang="pt-PT" smtClean="0"/>
              <a:t>‹nº›</a:t>
            </a:fld>
            <a:endParaRPr lang="pt-PT"/>
          </a:p>
        </p:txBody>
      </p:sp>
    </p:spTree>
    <p:extLst>
      <p:ext uri="{BB962C8B-B14F-4D97-AF65-F5344CB8AC3E}">
        <p14:creationId xmlns:p14="http://schemas.microsoft.com/office/powerpoint/2010/main" val="3121710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10"/>
          </p:nvPr>
        </p:nvSpPr>
        <p:spPr/>
        <p:txBody>
          <a:bodyPr/>
          <a:lstStyle/>
          <a:p>
            <a:fld id="{32F048D6-2426-4F66-AE06-93F54678FE7A}" type="slidenum">
              <a:rPr lang="pt-PT" smtClean="0"/>
              <a:t>1</a:t>
            </a:fld>
            <a:endParaRPr lang="pt-PT"/>
          </a:p>
        </p:txBody>
      </p:sp>
    </p:spTree>
    <p:extLst>
      <p:ext uri="{BB962C8B-B14F-4D97-AF65-F5344CB8AC3E}">
        <p14:creationId xmlns:p14="http://schemas.microsoft.com/office/powerpoint/2010/main" val="11034543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o de título">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345771FB-5821-4B47-80FF-E2F848F0BF63}" type="datetimeFigureOut">
              <a:rPr lang="pt-PT" smtClean="0"/>
              <a:t>11-03-2021</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B0B19A4-5A15-4271-AE31-7EDDC905093D}" type="slidenum">
              <a:rPr lang="pt-PT" smtClean="0"/>
              <a:t>‹nº›</a:t>
            </a:fld>
            <a:endParaRPr lang="pt-PT"/>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smtClean="0"/>
              <a:t>Faça clique para editar o estilo</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pt-PT" smtClean="0"/>
              <a:t>Clique para editar o estilo</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pt-PT" smtClean="0"/>
              <a:t>Clique para editar o estilo</a:t>
            </a:r>
            <a:endParaRPr lang="en-US" dirty="0"/>
          </a:p>
        </p:txBody>
      </p:sp>
      <p:sp>
        <p:nvSpPr>
          <p:cNvPr id="4" name="Date Placeholder 3"/>
          <p:cNvSpPr>
            <a:spLocks noGrp="1"/>
          </p:cNvSpPr>
          <p:nvPr>
            <p:ph type="dt" sz="half" idx="10"/>
          </p:nvPr>
        </p:nvSpPr>
        <p:spPr/>
        <p:txBody>
          <a:bodyPr/>
          <a:lstStyle/>
          <a:p>
            <a:fld id="{345771FB-5821-4B47-80FF-E2F848F0BF63}" type="datetimeFigureOut">
              <a:rPr lang="pt-PT" smtClean="0"/>
              <a:t>11-03-2021</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B0B19A4-5A15-4271-AE31-7EDDC905093D}" type="slidenum">
              <a:rPr lang="pt-PT" smtClean="0"/>
              <a:t>‹nº›</a:t>
            </a:fld>
            <a:endParaRPr lang="pt-PT"/>
          </a:p>
        </p:txBody>
      </p:sp>
      <p:sp>
        <p:nvSpPr>
          <p:cNvPr id="8" name="Content Placeholder 7"/>
          <p:cNvSpPr>
            <a:spLocks noGrp="1"/>
          </p:cNvSpPr>
          <p:nvPr>
            <p:ph sz="quarter" idx="13"/>
          </p:nvPr>
        </p:nvSpPr>
        <p:spPr>
          <a:xfrm>
            <a:off x="609600" y="1600200"/>
            <a:ext cx="7924800" cy="4114800"/>
          </a:xfrm>
        </p:spPr>
        <p:txBody>
          <a:body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cção">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pt-PT" smtClean="0"/>
              <a:t>Clique para editar o estilo</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smtClean="0"/>
              <a:t>Clique para editar os estilos</a:t>
            </a:r>
          </a:p>
        </p:txBody>
      </p:sp>
      <p:sp>
        <p:nvSpPr>
          <p:cNvPr id="4" name="Date Placeholder 3"/>
          <p:cNvSpPr>
            <a:spLocks noGrp="1"/>
          </p:cNvSpPr>
          <p:nvPr>
            <p:ph type="dt" sz="half" idx="10"/>
          </p:nvPr>
        </p:nvSpPr>
        <p:spPr/>
        <p:txBody>
          <a:bodyPr/>
          <a:lstStyle/>
          <a:p>
            <a:fld id="{345771FB-5821-4B47-80FF-E2F848F0BF63}" type="datetimeFigureOut">
              <a:rPr lang="pt-PT" smtClean="0"/>
              <a:t>11-03-2021</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smtClean="0"/>
          </a:p>
        </p:txBody>
      </p:sp>
      <p:sp>
        <p:nvSpPr>
          <p:cNvPr id="2" name="Title 1"/>
          <p:cNvSpPr>
            <a:spLocks noGrp="1"/>
          </p:cNvSpPr>
          <p:nvPr>
            <p:ph type="title"/>
          </p:nvPr>
        </p:nvSpPr>
        <p:spPr>
          <a:xfrm>
            <a:off x="609600" y="274638"/>
            <a:ext cx="7924800" cy="1143000"/>
          </a:xfrm>
        </p:spPr>
        <p:txBody>
          <a:bodyPr/>
          <a:lstStyle/>
          <a:p>
            <a:r>
              <a:rPr lang="pt-PT" smtClean="0"/>
              <a:t>Clique para editar o estilo</a:t>
            </a:r>
            <a:endParaRPr lang="en-US" dirty="0"/>
          </a:p>
        </p:txBody>
      </p:sp>
      <p:sp>
        <p:nvSpPr>
          <p:cNvPr id="5" name="Date Placeholder 4"/>
          <p:cNvSpPr>
            <a:spLocks noGrp="1"/>
          </p:cNvSpPr>
          <p:nvPr>
            <p:ph type="dt" sz="half" idx="10"/>
          </p:nvPr>
        </p:nvSpPr>
        <p:spPr/>
        <p:txBody>
          <a:bodyPr/>
          <a:lstStyle/>
          <a:p>
            <a:fld id="{345771FB-5821-4B47-80FF-E2F848F0BF63}" type="datetimeFigureOut">
              <a:rPr lang="pt-PT" smtClean="0"/>
              <a:t>11-03-2021</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pt-PT" smtClean="0"/>
              <a:t>Clique para editar o estilo</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smtClean="0"/>
              <a:t>Clique para editar os estilos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smtClean="0"/>
              <a:t>Clique para editar os estilos</a:t>
            </a:r>
          </a:p>
        </p:txBody>
      </p:sp>
      <p:sp>
        <p:nvSpPr>
          <p:cNvPr id="7" name="Date Placeholder 6"/>
          <p:cNvSpPr>
            <a:spLocks noGrp="1"/>
          </p:cNvSpPr>
          <p:nvPr>
            <p:ph type="dt" sz="half" idx="10"/>
          </p:nvPr>
        </p:nvSpPr>
        <p:spPr/>
        <p:txBody>
          <a:bodyPr/>
          <a:lstStyle/>
          <a:p>
            <a:fld id="{345771FB-5821-4B47-80FF-E2F848F0BF63}" type="datetimeFigureOut">
              <a:rPr lang="pt-PT" smtClean="0"/>
              <a:t>11-03-2021</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pt-PT" smtClean="0"/>
              <a:t>Clique para editar o estilo</a:t>
            </a:r>
            <a:endParaRPr lang="en-US" dirty="0"/>
          </a:p>
        </p:txBody>
      </p:sp>
      <p:sp>
        <p:nvSpPr>
          <p:cNvPr id="3" name="Date Placeholder 2"/>
          <p:cNvSpPr>
            <a:spLocks noGrp="1"/>
          </p:cNvSpPr>
          <p:nvPr>
            <p:ph type="dt" sz="half" idx="10"/>
          </p:nvPr>
        </p:nvSpPr>
        <p:spPr/>
        <p:txBody>
          <a:bodyPr/>
          <a:lstStyle/>
          <a:p>
            <a:fld id="{345771FB-5821-4B47-80FF-E2F848F0BF63}" type="datetimeFigureOut">
              <a:rPr lang="pt-PT" smtClean="0"/>
              <a:t>11-03-2021</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5771FB-5821-4B47-80FF-E2F848F0BF63}" type="datetimeFigureOut">
              <a:rPr lang="pt-PT" smtClean="0"/>
              <a:t>11-03-2021</a:t>
            </a:fld>
            <a:endParaRPr lang="pt-PT"/>
          </a:p>
        </p:txBody>
      </p:sp>
      <p:sp>
        <p:nvSpPr>
          <p:cNvPr id="3" name="Footer Placeholder 2"/>
          <p:cNvSpPr>
            <a:spLocks noGrp="1"/>
          </p:cNvSpPr>
          <p:nvPr>
            <p:ph type="ftr" sz="quarter" idx="11"/>
          </p:nvPr>
        </p:nvSpPr>
        <p:spPr/>
        <p:txBody>
          <a:bodyPr/>
          <a:lstStyle/>
          <a:p>
            <a:endParaRPr lang="pt-PT"/>
          </a:p>
        </p:txBody>
      </p:sp>
      <p:sp>
        <p:nvSpPr>
          <p:cNvPr id="4" name="Slide Number Placeholder 3"/>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pt-PT" smtClean="0"/>
              <a:t>Clique para editar o estilo</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smtClean="0"/>
              <a:t>Clique para editar os estilos</a:t>
            </a:r>
          </a:p>
        </p:txBody>
      </p:sp>
      <p:sp>
        <p:nvSpPr>
          <p:cNvPr id="5" name="Date Placeholder 4"/>
          <p:cNvSpPr>
            <a:spLocks noGrp="1"/>
          </p:cNvSpPr>
          <p:nvPr>
            <p:ph type="dt" sz="half" idx="10"/>
          </p:nvPr>
        </p:nvSpPr>
        <p:spPr/>
        <p:txBody>
          <a:bodyPr/>
          <a:lstStyle/>
          <a:p>
            <a:fld id="{345771FB-5821-4B47-80FF-E2F848F0BF63}" type="datetimeFigureOut">
              <a:rPr lang="pt-PT" smtClean="0"/>
              <a:t>11-03-2021</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pt-PT" smtClean="0"/>
              <a:t>Clique para editar o estilo</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PT" smtClean="0"/>
              <a:t>Clique no ícone para adicionar uma imagem</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smtClean="0"/>
              <a:t>Clique para editar os estilos</a:t>
            </a:r>
          </a:p>
        </p:txBody>
      </p:sp>
      <p:sp>
        <p:nvSpPr>
          <p:cNvPr id="5" name="Date Placeholder 4"/>
          <p:cNvSpPr>
            <a:spLocks noGrp="1"/>
          </p:cNvSpPr>
          <p:nvPr>
            <p:ph type="dt" sz="half" idx="10"/>
          </p:nvPr>
        </p:nvSpPr>
        <p:spPr/>
        <p:txBody>
          <a:bodyPr/>
          <a:lstStyle/>
          <a:p>
            <a:fld id="{345771FB-5821-4B47-80FF-E2F848F0BF63}" type="datetimeFigureOut">
              <a:rPr lang="pt-PT" smtClean="0"/>
              <a:t>11-03-2021</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smtClean="0"/>
              <a:t>Clique para editar o estilo</a:t>
            </a:r>
            <a:endParaRPr lang="en-US" dirty="0"/>
          </a:p>
        </p:txBody>
      </p:sp>
      <p:sp>
        <p:nvSpPr>
          <p:cNvPr id="3" name="Vertical Text Placeholder 2"/>
          <p:cNvSpPr>
            <a:spLocks noGrp="1"/>
          </p:cNvSpPr>
          <p:nvPr>
            <p:ph type="body" orient="vert" idx="1"/>
          </p:nvPr>
        </p:nvSpPr>
        <p:spPr/>
        <p:txBody>
          <a:bodyPr vert="eaVert"/>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a:p>
        </p:txBody>
      </p:sp>
      <p:sp>
        <p:nvSpPr>
          <p:cNvPr id="4" name="Date Placeholder 3"/>
          <p:cNvSpPr>
            <a:spLocks noGrp="1"/>
          </p:cNvSpPr>
          <p:nvPr>
            <p:ph type="dt" sz="half" idx="10"/>
          </p:nvPr>
        </p:nvSpPr>
        <p:spPr/>
        <p:txBody>
          <a:bodyPr/>
          <a:lstStyle/>
          <a:p>
            <a:fld id="{345771FB-5821-4B47-80FF-E2F848F0BF63}" type="datetimeFigureOut">
              <a:rPr lang="pt-PT" smtClean="0"/>
              <a:t>11-03-2021</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pt-PT" smtClean="0"/>
              <a:t>Clique para editar o estilo</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a:p>
        </p:txBody>
      </p:sp>
      <p:sp>
        <p:nvSpPr>
          <p:cNvPr id="4" name="Date Placeholder 3"/>
          <p:cNvSpPr>
            <a:spLocks noGrp="1"/>
          </p:cNvSpPr>
          <p:nvPr>
            <p:ph type="dt" sz="half" idx="10"/>
          </p:nvPr>
        </p:nvSpPr>
        <p:spPr/>
        <p:txBody>
          <a:bodyPr/>
          <a:lstStyle/>
          <a:p>
            <a:fld id="{345771FB-5821-4B47-80FF-E2F848F0BF63}" type="datetimeFigureOut">
              <a:rPr lang="pt-PT" smtClean="0"/>
              <a:t>11-03-2021</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DB0B19A4-5A15-4271-AE31-7EDDC905093D}" type="slidenum">
              <a:rPr lang="pt-PT" smtClean="0"/>
              <a:t>‹nº›</a:t>
            </a:fld>
            <a:endParaRPr lang="pt-PT"/>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pt-PT" smtClean="0"/>
              <a:t>Clique para editar o estilo</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345771FB-5821-4B47-80FF-E2F848F0BF63}" type="datetimeFigureOut">
              <a:rPr lang="pt-PT" smtClean="0"/>
              <a:t>11-03-2021</a:t>
            </a:fld>
            <a:endParaRPr lang="pt-PT"/>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pt-PT"/>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DB0B19A4-5A15-4271-AE31-7EDDC905093D}" type="slidenum">
              <a:rPr lang="pt-PT" smtClean="0"/>
              <a:t>‹nº›</a:t>
            </a:fld>
            <a:endParaRPr lang="pt-PT"/>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p:txBody>
          <a:bodyPr>
            <a:normAutofit/>
          </a:bodyPr>
          <a:lstStyle/>
          <a:p>
            <a:pPr algn="l"/>
            <a:r>
              <a:rPr lang="pt-PT" dirty="0" smtClean="0"/>
              <a:t>nome:bernadino ferreira muiemba</a:t>
            </a:r>
          </a:p>
          <a:p>
            <a:r>
              <a:rPr lang="pt-PT" dirty="0" smtClean="0"/>
              <a:t>Sala:b1 </a:t>
            </a:r>
          </a:p>
          <a:p>
            <a:r>
              <a:rPr lang="pt-PT" dirty="0" smtClean="0"/>
              <a:t>Turma: manhã</a:t>
            </a:r>
            <a:endParaRPr lang="pt-PT" dirty="0"/>
          </a:p>
        </p:txBody>
      </p:sp>
      <p:sp>
        <p:nvSpPr>
          <p:cNvPr id="2" name="Título 1"/>
          <p:cNvSpPr>
            <a:spLocks noGrp="1"/>
          </p:cNvSpPr>
          <p:nvPr>
            <p:ph type="ctrTitle"/>
          </p:nvPr>
        </p:nvSpPr>
        <p:spPr>
          <a:xfrm>
            <a:off x="611560" y="1052736"/>
            <a:ext cx="7772400" cy="1470025"/>
          </a:xfrm>
        </p:spPr>
        <p:txBody>
          <a:bodyPr>
            <a:normAutofit fontScale="90000"/>
          </a:bodyPr>
          <a:lstStyle/>
          <a:p>
            <a:r>
              <a:rPr lang="pt-PT" dirty="0" smtClean="0"/>
              <a:t>Centro de formação proficional comptec</a:t>
            </a:r>
            <a:br>
              <a:rPr lang="pt-PT" dirty="0" smtClean="0"/>
            </a:br>
            <a:r>
              <a:rPr lang="pt-PT" dirty="0" smtClean="0"/>
              <a:t>trabalho </a:t>
            </a:r>
            <a:r>
              <a:rPr lang="pt-PT" dirty="0" smtClean="0"/>
              <a:t>de informatica</a:t>
            </a:r>
            <a:br>
              <a:rPr lang="pt-PT" dirty="0" smtClean="0"/>
            </a:br>
            <a:r>
              <a:rPr lang="pt-PT" dirty="0" smtClean="0"/>
              <a:t>tema: como deixar </a:t>
            </a:r>
            <a:r>
              <a:rPr lang="pt-PT" dirty="0" err="1" smtClean="0"/>
              <a:t>mençagem</a:t>
            </a:r>
            <a:r>
              <a:rPr lang="pt-PT" dirty="0" smtClean="0"/>
              <a:t> nu </a:t>
            </a:r>
            <a:r>
              <a:rPr lang="pt-PT" dirty="0" smtClean="0"/>
              <a:t>computador</a:t>
            </a:r>
            <a:endParaRPr lang="pt-PT" dirty="0"/>
          </a:p>
        </p:txBody>
      </p:sp>
    </p:spTree>
    <p:extLst>
      <p:ext uri="{BB962C8B-B14F-4D97-AF65-F5344CB8AC3E}">
        <p14:creationId xmlns:p14="http://schemas.microsoft.com/office/powerpoint/2010/main" val="2252961967"/>
      </p:ext>
    </p:extLst>
  </p:cSld>
  <p:clrMapOvr>
    <a:masterClrMapping/>
  </p:clrMapOvr>
  <mc:AlternateContent xmlns:mc="http://schemas.openxmlformats.org/markup-compatibility/2006" xmlns:p14="http://schemas.microsoft.com/office/powerpoint/2010/main">
    <mc:Choice Requires="p14">
      <p:transition spd="slow" p14:dur="3000">
        <p14:shred/>
        <p:sndAc>
          <p:stSnd>
            <p:snd r:embed="rId3" name="explode.wav"/>
          </p:stSnd>
        </p:sndAc>
      </p:transition>
    </mc:Choice>
    <mc:Fallback xmlns="">
      <p:transition spd="slow">
        <p:fade/>
        <p:sndAc>
          <p:stSnd>
            <p:snd r:embed="rId4" name="explode.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dirty="0" smtClean="0"/>
              <a:t>introdução</a:t>
            </a:r>
            <a:endParaRPr lang="pt-PT" dirty="0"/>
          </a:p>
        </p:txBody>
      </p:sp>
      <p:sp>
        <p:nvSpPr>
          <p:cNvPr id="3" name="Marcador de Posição de Conteúdo 2"/>
          <p:cNvSpPr>
            <a:spLocks noGrp="1"/>
          </p:cNvSpPr>
          <p:nvPr>
            <p:ph sz="quarter" idx="13"/>
          </p:nvPr>
        </p:nvSpPr>
        <p:spPr/>
        <p:txBody>
          <a:bodyPr>
            <a:normAutofit/>
          </a:bodyPr>
          <a:lstStyle/>
          <a:p>
            <a:r>
              <a:rPr lang="pt-PT" dirty="0" smtClean="0"/>
              <a:t>Como deixar mensagem no computador</a:t>
            </a:r>
          </a:p>
          <a:p>
            <a:r>
              <a:rPr lang="pt-PT" dirty="0" smtClean="0"/>
              <a:t>Ao deixar mensagem no computador podemos escolher a opção texto 3d, devemos seguir os seguintes procedimentos:</a:t>
            </a:r>
          </a:p>
          <a:p>
            <a:r>
              <a:rPr lang="pt-PT" dirty="0" smtClean="0"/>
              <a:t>1º clica ao lado direito do rato/</a:t>
            </a:r>
            <a:r>
              <a:rPr lang="pt-PT" dirty="0" err="1" smtClean="0"/>
              <a:t>mouse</a:t>
            </a:r>
            <a:r>
              <a:rPr lang="pt-PT" dirty="0" smtClean="0"/>
              <a:t>.</a:t>
            </a:r>
          </a:p>
          <a:p>
            <a:r>
              <a:rPr lang="pt-PT" dirty="0" smtClean="0"/>
              <a:t>2º </a:t>
            </a:r>
            <a:r>
              <a:rPr lang="pt-PT" dirty="0" err="1" smtClean="0"/>
              <a:t>seleciona</a:t>
            </a:r>
            <a:r>
              <a:rPr lang="pt-PT" dirty="0" smtClean="0"/>
              <a:t> a opção personalizar. </a:t>
            </a:r>
          </a:p>
          <a:p>
            <a:r>
              <a:rPr lang="pt-PT" dirty="0" smtClean="0"/>
              <a:t>3º aparecerá a já nela da personalização.</a:t>
            </a:r>
          </a:p>
          <a:p>
            <a:pPr marL="0" indent="0">
              <a:buNone/>
            </a:pPr>
            <a:endParaRPr lang="pt-PT" dirty="0" smtClean="0"/>
          </a:p>
          <a:p>
            <a:endParaRPr lang="pt-PT" dirty="0"/>
          </a:p>
          <a:p>
            <a:endParaRPr lang="pt-PT" dirty="0" smtClean="0"/>
          </a:p>
          <a:p>
            <a:endParaRPr lang="pt-PT" dirty="0"/>
          </a:p>
          <a:p>
            <a:endParaRPr lang="pt-PT" dirty="0" smtClean="0"/>
          </a:p>
          <a:p>
            <a:endParaRPr lang="pt-PT" dirty="0"/>
          </a:p>
          <a:p>
            <a:endParaRPr lang="pt-PT" dirty="0" smtClean="0"/>
          </a:p>
          <a:p>
            <a:endParaRPr lang="pt-PT" dirty="0"/>
          </a:p>
          <a:p>
            <a:endParaRPr lang="pt-PT" dirty="0" smtClean="0"/>
          </a:p>
          <a:p>
            <a:endParaRPr lang="pt-PT" dirty="0"/>
          </a:p>
          <a:p>
            <a:endParaRPr lang="pt-PT" dirty="0" smtClean="0"/>
          </a:p>
          <a:p>
            <a:endParaRPr lang="pt-PT" dirty="0"/>
          </a:p>
          <a:p>
            <a:endParaRPr lang="pt-PT" dirty="0" smtClean="0"/>
          </a:p>
          <a:p>
            <a:endParaRPr lang="pt-PT" dirty="0"/>
          </a:p>
          <a:p>
            <a:pPr marL="0" indent="0">
              <a:buNone/>
            </a:pPr>
            <a:endParaRPr lang="pt-PT" dirty="0" smtClean="0"/>
          </a:p>
        </p:txBody>
      </p:sp>
    </p:spTree>
    <p:extLst>
      <p:ext uri="{BB962C8B-B14F-4D97-AF65-F5344CB8AC3E}">
        <p14:creationId xmlns:p14="http://schemas.microsoft.com/office/powerpoint/2010/main" val="87771787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dirty="0" smtClean="0"/>
              <a:t>Oque é a protecção de ecrã?</a:t>
            </a:r>
            <a:endParaRPr lang="pt-PT" dirty="0"/>
          </a:p>
        </p:txBody>
      </p:sp>
      <p:sp>
        <p:nvSpPr>
          <p:cNvPr id="3" name="Marcador de Posição de Conteúdo 2"/>
          <p:cNvSpPr>
            <a:spLocks noGrp="1"/>
          </p:cNvSpPr>
          <p:nvPr>
            <p:ph sz="quarter" idx="13"/>
          </p:nvPr>
        </p:nvSpPr>
        <p:spPr/>
        <p:txBody>
          <a:bodyPr/>
          <a:lstStyle/>
          <a:p>
            <a:r>
              <a:rPr lang="pt-PT" dirty="0" smtClean="0"/>
              <a:t>É a acção de proteger o ecrã contra os raios, uma porta aberta e janelas etc…</a:t>
            </a:r>
            <a:endParaRPr lang="pt-PT" dirty="0"/>
          </a:p>
        </p:txBody>
      </p:sp>
    </p:spTree>
    <p:extLst>
      <p:ext uri="{BB962C8B-B14F-4D97-AF65-F5344CB8AC3E}">
        <p14:creationId xmlns:p14="http://schemas.microsoft.com/office/powerpoint/2010/main" val="135934135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dirty="0" smtClean="0"/>
              <a:t>conclusão</a:t>
            </a:r>
            <a:endParaRPr lang="pt-PT" dirty="0"/>
          </a:p>
        </p:txBody>
      </p:sp>
      <p:sp>
        <p:nvSpPr>
          <p:cNvPr id="3" name="Marcador de Posição de Conteúdo 2"/>
          <p:cNvSpPr>
            <a:spLocks noGrp="1"/>
          </p:cNvSpPr>
          <p:nvPr>
            <p:ph sz="quarter" idx="13"/>
          </p:nvPr>
        </p:nvSpPr>
        <p:spPr>
          <a:xfrm>
            <a:off x="539552" y="1916832"/>
            <a:ext cx="8229600" cy="4525963"/>
          </a:xfrm>
        </p:spPr>
        <p:txBody>
          <a:bodyPr/>
          <a:lstStyle/>
          <a:p>
            <a:r>
              <a:rPr lang="pt-PT" dirty="0"/>
              <a:t>Oque é o sistema de relógio?</a:t>
            </a:r>
            <a:endParaRPr lang="pt-PT" dirty="0" smtClean="0"/>
          </a:p>
          <a:p>
            <a:r>
              <a:rPr lang="pt-PT" dirty="0" smtClean="0"/>
              <a:t>É uma opção que fica localizada na parte inferior direito do ambiente de trabalho do Windows. Isto é, barra de tarefa (ou barra de menu iniciar). Pode ser assertada seguindo os passos indicados abaixo.</a:t>
            </a:r>
            <a:endParaRPr lang="pt-PT" dirty="0"/>
          </a:p>
        </p:txBody>
      </p:sp>
    </p:spTree>
    <p:extLst>
      <p:ext uri="{BB962C8B-B14F-4D97-AF65-F5344CB8AC3E}">
        <p14:creationId xmlns:p14="http://schemas.microsoft.com/office/powerpoint/2010/main" val="351107807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Horizonte">
  <a:themeElements>
    <a:clrScheme name="Horizonte">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te">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te">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99</TotalTime>
  <Words>131</Words>
  <Application>Microsoft Office PowerPoint</Application>
  <PresentationFormat>Apresentação no Ecrã (4:3)</PresentationFormat>
  <Paragraphs>29</Paragraphs>
  <Slides>4</Slides>
  <Notes>1</Notes>
  <HiddenSlides>0</HiddenSlides>
  <MMClips>0</MMClips>
  <ScaleCrop>false</ScaleCrop>
  <HeadingPairs>
    <vt:vector size="4" baseType="variant">
      <vt:variant>
        <vt:lpstr>Tema</vt:lpstr>
      </vt:variant>
      <vt:variant>
        <vt:i4>1</vt:i4>
      </vt:variant>
      <vt:variant>
        <vt:lpstr>Títulos dos diapositivos</vt:lpstr>
      </vt:variant>
      <vt:variant>
        <vt:i4>4</vt:i4>
      </vt:variant>
    </vt:vector>
  </HeadingPairs>
  <TitlesOfParts>
    <vt:vector size="5" baseType="lpstr">
      <vt:lpstr>Horizonte</vt:lpstr>
      <vt:lpstr>Centro de formação proficional comptec trabalho de informatica tema: como deixar mençagem nu computador</vt:lpstr>
      <vt:lpstr>introdução</vt:lpstr>
      <vt:lpstr>Oque é a protecção de ecrã?</vt:lpstr>
      <vt:lpstr>conclusão</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Centro de formação proficional comptec trablho de informatica tema:como deixar menagem no computador</dc:title>
  <dc:creator>BERNADINO Ferreira</dc:creator>
  <cp:lastModifiedBy>BERNADINO Ferreira</cp:lastModifiedBy>
  <cp:revision>13</cp:revision>
  <dcterms:created xsi:type="dcterms:W3CDTF">2021-03-02T09:36:00Z</dcterms:created>
  <dcterms:modified xsi:type="dcterms:W3CDTF">2021-03-11T09:36:31Z</dcterms:modified>
</cp:coreProperties>
</file>