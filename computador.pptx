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88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98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0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40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2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31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38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48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12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70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142F5-0C06-4379-9A09-0B0E094DBD02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48BC3-BB65-469E-AE31-CCA7B496F2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33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70234" y="261592"/>
            <a:ext cx="8994182" cy="1348352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Bahnschrift Condensed" panose="020B0502040204020203" pitchFamily="34" charset="0"/>
              </a:rPr>
              <a:t>computador</a:t>
            </a:r>
            <a:endParaRPr lang="pt-BR" b="1" dirty="0">
              <a:solidFill>
                <a:srgbClr val="FF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01106" y="2186757"/>
            <a:ext cx="11183007" cy="4859402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Algerian" panose="04020705040A02060702" pitchFamily="82" charset="0"/>
              </a:rPr>
              <a:t>Tipos de computador</a:t>
            </a:r>
            <a:endParaRPr lang="pt-BR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456" y="3950268"/>
            <a:ext cx="1961544" cy="1332381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456" y="2447708"/>
            <a:ext cx="1961544" cy="1332381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456" y="5479150"/>
            <a:ext cx="1961544" cy="1332381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1245476" y="2311069"/>
            <a:ext cx="2049517" cy="4288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latin typeface="Algerian" panose="04020705040A02060702" pitchFamily="82" charset="0"/>
              </a:rPr>
              <a:t>MAIFREME</a:t>
            </a:r>
          </a:p>
          <a:p>
            <a:pPr algn="ctr"/>
            <a:endParaRPr lang="pt-BR" dirty="0"/>
          </a:p>
          <a:p>
            <a:pPr algn="ctr"/>
            <a:endParaRPr lang="pt-BR" dirty="0" smtClean="0"/>
          </a:p>
          <a:p>
            <a:pPr algn="ctr"/>
            <a:endParaRPr lang="pt-BR" dirty="0"/>
          </a:p>
          <a:p>
            <a:pPr algn="ctr"/>
            <a:endParaRPr lang="pt-BR" sz="1600" dirty="0" smtClean="0"/>
          </a:p>
          <a:p>
            <a:pPr algn="ctr"/>
            <a:r>
              <a:rPr lang="pt-BR" dirty="0" smtClean="0">
                <a:latin typeface="Algerian" panose="04020705040A02060702" pitchFamily="82" charset="0"/>
              </a:rPr>
              <a:t>MICRO MINICOMPUTADO</a:t>
            </a:r>
          </a:p>
          <a:p>
            <a:pPr algn="ctr"/>
            <a:endParaRPr lang="pt-BR" dirty="0"/>
          </a:p>
          <a:p>
            <a:pPr algn="ctr"/>
            <a:endParaRPr lang="pt-BR" dirty="0" smtClean="0"/>
          </a:p>
          <a:p>
            <a:pPr algn="ctr"/>
            <a:endParaRPr lang="pt-BR" dirty="0" smtClean="0"/>
          </a:p>
          <a:p>
            <a:pPr algn="ctr"/>
            <a:endParaRPr lang="pt-BR" dirty="0"/>
          </a:p>
          <a:p>
            <a:pPr algn="ctr"/>
            <a:r>
              <a:rPr lang="pt-BR" sz="2000" dirty="0" smtClean="0">
                <a:latin typeface="Algerian" panose="04020705040A02060702" pitchFamily="82" charset="0"/>
              </a:rPr>
              <a:t>COMPUTADOR</a:t>
            </a:r>
          </a:p>
        </p:txBody>
      </p:sp>
      <p:sp>
        <p:nvSpPr>
          <p:cNvPr id="16" name="Seta para a direita 15"/>
          <p:cNvSpPr/>
          <p:nvPr/>
        </p:nvSpPr>
        <p:spPr>
          <a:xfrm>
            <a:off x="6306203" y="2967445"/>
            <a:ext cx="2853559" cy="5122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17" name="Seta para a direita 16"/>
          <p:cNvSpPr/>
          <p:nvPr/>
        </p:nvSpPr>
        <p:spPr>
          <a:xfrm>
            <a:off x="5612521" y="4099024"/>
            <a:ext cx="2853559" cy="455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>
            <a:off x="4879423" y="5268357"/>
            <a:ext cx="2853559" cy="4215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80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39 0.0007 -0.00794 0.0007 -0.01171 0.00209 C -0.01354 0.00301 -0.0151 0.00556 -0.01692 0.00672 C -0.0194 0.00857 -0.022 0.00996 -0.02461 0.01135 C -0.02591 0.01204 -0.02721 0.01366 -0.02851 0.01366 L -0.05833 0.01598 C -0.06966 0.01829 -0.06888 0.0169 -0.07903 0.02292 C -0.08125 0.02431 -0.09114 0.03218 -0.09322 0.03218 L -0.12421 0.03218 " pathEditMode="relative" ptsTypes="AAAAAAAAAA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Algerian</vt:lpstr>
      <vt:lpstr>Arial</vt:lpstr>
      <vt:lpstr>Bahnschrift Condensed</vt:lpstr>
      <vt:lpstr>Calibri</vt:lpstr>
      <vt:lpstr>Calibri Light</vt:lpstr>
      <vt:lpstr>Tema do Office</vt:lpstr>
      <vt:lpstr>computador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computador</dc:title>
  <dc:creator>PC 11</dc:creator>
  <cp:lastModifiedBy>PC 11</cp:lastModifiedBy>
  <cp:revision>9</cp:revision>
  <dcterms:created xsi:type="dcterms:W3CDTF">2024-05-06T05:18:27Z</dcterms:created>
  <dcterms:modified xsi:type="dcterms:W3CDTF">2024-05-06T06:09:16Z</dcterms:modified>
</cp:coreProperties>
</file>