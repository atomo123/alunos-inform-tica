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21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3A53D7D-E14F-4A87-9682-06E1A893C199}" type="datetimeFigureOut">
              <a:rPr lang="pt-PT" smtClean="0"/>
              <a:pPr/>
              <a:t>20/11/2021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1CF7BFF-54B8-435E-8DEB-8FC1BCD0AFC0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85786" y="357166"/>
            <a:ext cx="7670182" cy="4643470"/>
          </a:xfrm>
        </p:spPr>
        <p:txBody>
          <a:bodyPr>
            <a:normAutofit fontScale="90000"/>
          </a:bodyPr>
          <a:lstStyle/>
          <a:p>
            <a:r>
              <a:rPr lang="pt-PT" dirty="0" smtClean="0"/>
              <a:t>Centro de Formação Técnico-profissional comptec</a:t>
            </a:r>
            <a:br>
              <a:rPr lang="pt-PT" dirty="0" smtClean="0"/>
            </a:br>
            <a:r>
              <a:rPr lang="pt-PT" dirty="0" smtClean="0"/>
              <a:t>Trabalho de informática</a:t>
            </a:r>
            <a:br>
              <a:rPr lang="pt-PT" dirty="0" smtClean="0"/>
            </a:br>
            <a:r>
              <a:rPr lang="pt-PT" dirty="0" smtClean="0"/>
              <a:t>Tema: conceitos  básicos de informática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4581128"/>
            <a:ext cx="8928992" cy="3212976"/>
          </a:xfrm>
        </p:spPr>
        <p:txBody>
          <a:bodyPr>
            <a:normAutofit/>
          </a:bodyPr>
          <a:lstStyle/>
          <a:p>
            <a:endParaRPr lang="pt-PT" dirty="0" smtClean="0"/>
          </a:p>
          <a:p>
            <a:r>
              <a:rPr lang="pt-PT" dirty="0" smtClean="0"/>
              <a:t>Nome:Eduaine Trauma</a:t>
            </a:r>
            <a:endParaRPr lang="pt-PT" dirty="0" smtClean="0"/>
          </a:p>
          <a:p>
            <a:r>
              <a:rPr lang="pt-PT" dirty="0" smtClean="0"/>
              <a:t>Sala:001</a:t>
            </a:r>
            <a:endParaRPr lang="pt-PT" dirty="0" smtClean="0"/>
          </a:p>
          <a:p>
            <a:r>
              <a:rPr lang="pt-PT" dirty="0" err="1" smtClean="0"/>
              <a:t>Turma:Ct</a:t>
            </a:r>
            <a:endParaRPr lang="pt-PT" dirty="0" smtClean="0"/>
          </a:p>
        </p:txBody>
      </p:sp>
    </p:spTree>
    <p:extLst>
      <p:ext uri="{BB962C8B-B14F-4D97-AF65-F5344CB8AC3E}">
        <p14:creationId xmlns:p14="http://schemas.microsoft.com/office/powerpoint/2010/main" xmlns="" val="1055893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smtClean="0"/>
              <a:t>Conceitos básicos de informática</a:t>
            </a:r>
          </a:p>
          <a:p>
            <a:r>
              <a:rPr lang="pt-PT" dirty="0" smtClean="0"/>
              <a:t>Apalavra informática foi criada em </a:t>
            </a:r>
            <a:r>
              <a:rPr lang="pt-PT" dirty="0" smtClean="0"/>
              <a:t>1962 pelo </a:t>
            </a:r>
            <a:r>
              <a:rPr lang="pt-PT" dirty="0" smtClean="0"/>
              <a:t>francês Fhilipe Dreyfus a partir da conjunção das palavra”informacion+Auomatic”(informação+</a:t>
            </a:r>
          </a:p>
          <a:p>
            <a:r>
              <a:rPr lang="pt-PT" dirty="0" smtClean="0"/>
              <a:t>Automática)</a:t>
            </a:r>
            <a:endParaRPr lang="pt-PT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introdoção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xmlns="" val="3674992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smtClean="0"/>
              <a:t>É a ciência que estuda e  regulamenta os métodos de tratamento automático da informação, que tem como suporte básico o computador.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A informática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xmlns="" val="3354954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smtClean="0"/>
              <a:t>Os elementos principais da tela do Windows são: o meu computador(MY compute)que dá acesso a uma janela com várias unidades (</a:t>
            </a:r>
            <a:r>
              <a:rPr lang="pt-PT" smtClean="0"/>
              <a:t>drives</a:t>
            </a:r>
            <a:r>
              <a:rPr lang="pt-PT" smtClean="0"/>
              <a:t>) do </a:t>
            </a:r>
            <a:r>
              <a:rPr lang="pt-PT" dirty="0" smtClean="0"/>
              <a:t>computador e respectivas directorias ou pastas.</a:t>
            </a:r>
            <a:endParaRPr lang="pt-PT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 smtClean="0"/>
              <a:t>Elementos principais da tela do Windows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xmlns="" val="3461168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PT" dirty="0" smtClean="0"/>
              <a:t>São figuras ou imagens que se encontram no computador, que permitem embelezar o ambiente de trabalho do Windows.</a:t>
            </a:r>
          </a:p>
          <a:p>
            <a:r>
              <a:rPr lang="pt-PT" dirty="0" smtClean="0"/>
              <a:t>Para configurar o fundo de ambiente trabalho é necessário:</a:t>
            </a:r>
          </a:p>
          <a:p>
            <a:r>
              <a:rPr lang="pt-PT" dirty="0" smtClean="0"/>
              <a:t>1ºClica no botão direito do rato/</a:t>
            </a:r>
            <a:r>
              <a:rPr lang="pt-PT" dirty="0" err="1" smtClean="0"/>
              <a:t>mouse</a:t>
            </a:r>
            <a:r>
              <a:rPr lang="pt-PT" dirty="0" smtClean="0"/>
              <a:t>.</a:t>
            </a:r>
          </a:p>
          <a:p>
            <a:r>
              <a:rPr lang="pt-PT" dirty="0" smtClean="0"/>
              <a:t>2ºseleciona a opção personalizador</a:t>
            </a:r>
          </a:p>
          <a:p>
            <a:r>
              <a:rPr lang="pt-PT" dirty="0" smtClean="0"/>
              <a:t>3ºAparecerá uma janela da personalização, dentro da mesma encontraremos seis(6) temas, tais como: windows7, arquitectura,personagenes, paisagens, naturezas e cenas.</a:t>
            </a:r>
          </a:p>
          <a:p>
            <a:endParaRPr lang="pt-PT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 smtClean="0"/>
              <a:t>O que é o fundo no Ambiente de trabalho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xmlns="" val="293870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 smtClean="0"/>
              <a:t>Apalavra informática foi criada em 1962 pelo francê</a:t>
            </a:r>
            <a:r>
              <a:rPr lang="pt-PT" dirty="0"/>
              <a:t>s</a:t>
            </a:r>
            <a:r>
              <a:rPr lang="pt-PT" dirty="0" smtClean="0"/>
              <a:t> Fhilipe Dreyfus a parti da conjunção das palavras”informacion+Automatic”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Conclusão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xmlns="" val="2887243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a">
  <a:themeElements>
    <a:clrScheme name="Capa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pa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a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1364</TotalTime>
  <Words>193</Words>
  <Application>Microsoft Office PowerPoint</Application>
  <PresentationFormat>Apresentação no Ecrã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7" baseType="lpstr">
      <vt:lpstr>Capa</vt:lpstr>
      <vt:lpstr>Centro de Formação Técnico-profissional comptec Trabalho de informática Tema: conceitos  básicos de informática</vt:lpstr>
      <vt:lpstr>introdoção</vt:lpstr>
      <vt:lpstr>A informática</vt:lpstr>
      <vt:lpstr>Elementos principais da tela do Windows</vt:lpstr>
      <vt:lpstr>O que é o fundo no Ambiente de trabalho</vt:lpstr>
      <vt:lpstr>Conclusão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Conceitos básicos de informática</dc:title>
  <dc:creator>Evaristo dos Santos</dc:creator>
  <cp:lastModifiedBy>HP</cp:lastModifiedBy>
  <cp:revision>19</cp:revision>
  <dcterms:created xsi:type="dcterms:W3CDTF">2021-03-02T09:07:44Z</dcterms:created>
  <dcterms:modified xsi:type="dcterms:W3CDTF">2021-11-20T21:12:10Z</dcterms:modified>
</cp:coreProperties>
</file>